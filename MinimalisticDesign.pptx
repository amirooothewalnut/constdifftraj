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A6A06-7907-0DAA-1544-0BDBF03F5BD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BDEABE-A0DF-6376-1175-17373E58EA6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C71951-A37A-0614-975F-C184DDB6BBE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9D7059-BA70-ABCC-A15A-40A5A79C0063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887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0643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337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30980D-2BC0-96DA-B4B5-31846BFA3D11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006DEA-8689-BB6C-D859-EE8CCA95FEAE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96BEF0-D11B-AD68-0997-453BE29060CF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97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563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29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CA9B7E-6A9C-147B-0AC1-0EFD10F4BC87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Structure of the minimalist model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Amir Mohammad Esmaieeli Sikaroudi</a:t>
            </a:r>
            <a:endParaRPr lang="en-US"/>
          </a:p>
        </p:txBody>
      </p:sp>
      <p:pic>
        <p:nvPicPr>
          <p:cNvPr id="1959582852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  <p:sp>
        <p:nvSpPr>
          <p:cNvPr id="558165078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220087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648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Structure of data</a:t>
            </a:r>
            <a:endParaRPr/>
          </a:p>
        </p:txBody>
      </p:sp>
      <p:sp>
        <p:nvSpPr>
          <p:cNvPr id="1589649786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/>
              <a:t>Synthetic trajectories with fixed length 4 and has lat/lon (4x2)</a:t>
            </a:r>
            <a:endParaRPr/>
          </a:p>
          <a:p>
            <a:pPr>
              <a:defRPr/>
            </a:pPr>
            <a:r>
              <a:rPr/>
              <a:t>Trajectories are built on a grid of pixels in [0,1] range</a:t>
            </a:r>
            <a:endParaRPr/>
          </a:p>
          <a:p>
            <a:pPr>
              <a:defRPr/>
            </a:pPr>
            <a:r>
              <a:rPr/>
              <a:t>Pixels are either allowed to moved or not</a:t>
            </a:r>
            <a:endParaRPr/>
          </a:p>
          <a:p>
            <a:pPr>
              <a:defRPr/>
            </a:pPr>
            <a:r>
              <a:rPr/>
              <a:t>Setup of pixels is random with fixed seed number</a:t>
            </a:r>
            <a:endParaRPr/>
          </a:p>
          <a:p>
            <a:pPr>
              <a:defRPr/>
            </a:pPr>
            <a:r>
              <a:rPr/>
              <a:t>Each trajectory is made by a sequence of moves to adjacent allowed pixels</a:t>
            </a:r>
            <a:endParaRPr/>
          </a:p>
          <a:p>
            <a:pPr>
              <a:defRPr/>
            </a:pPr>
            <a:r>
              <a:rPr/>
              <a:t>Adjacency is simply defined by 8 neighboring pixels</a:t>
            </a:r>
            <a:endParaRPr/>
          </a:p>
          <a:p>
            <a:pPr>
              <a:defRPr/>
            </a:pPr>
            <a:r>
              <a:rPr/>
              <a:t>1000 sample trajectories is generated for training</a:t>
            </a:r>
            <a:endParaRPr/>
          </a:p>
        </p:txBody>
      </p:sp>
      <p:sp>
        <p:nvSpPr>
          <p:cNvPr id="1824745547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84769885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  <p:sp>
        <p:nvSpPr>
          <p:cNvPr id="1348998003" name=""/>
          <p:cNvSpPr/>
          <p:nvPr/>
        </p:nvSpPr>
        <p:spPr bwMode="auto">
          <a:xfrm flipH="0" flipV="0">
            <a:off x="2709043" y="6105850"/>
            <a:ext cx="9484823" cy="737720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76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Example dataset</a:t>
            </a:r>
            <a:endParaRPr/>
          </a:p>
        </p:txBody>
      </p:sp>
      <p:sp>
        <p:nvSpPr>
          <p:cNvPr id="446199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4504226" cy="4351338"/>
          </a:xfrm>
        </p:spPr>
        <p:txBody>
          <a:bodyPr/>
          <a:lstStyle/>
          <a:p>
            <a:pPr>
              <a:defRPr/>
            </a:pPr>
            <a:r>
              <a:rPr/>
              <a:t>Isolated pixels are excluded so that trajectories with the same lat/lon all along won’t be created.</a:t>
            </a:r>
            <a:endParaRPr/>
          </a:p>
        </p:txBody>
      </p:sp>
      <p:sp>
        <p:nvSpPr>
          <p:cNvPr id="760390223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556840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42294644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  <p:pic>
        <p:nvPicPr>
          <p:cNvPr id="92526935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18617" y="137645"/>
            <a:ext cx="6692139" cy="65827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39592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58152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62163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Old design</a:t>
            </a:r>
            <a:endParaRPr/>
          </a:p>
        </p:txBody>
      </p:sp>
      <p:pic>
        <p:nvPicPr>
          <p:cNvPr id="9971203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94635" y="188633"/>
            <a:ext cx="6425283" cy="6480731"/>
          </a:xfrm>
          <a:prstGeom prst="rect">
            <a:avLst/>
          </a:prstGeom>
        </p:spPr>
      </p:pic>
      <p:sp>
        <p:nvSpPr>
          <p:cNvPr id="1537883793" name=""/>
          <p:cNvSpPr txBox="1"/>
          <p:nvPr/>
        </p:nvSpPr>
        <p:spPr bwMode="auto">
          <a:xfrm flipH="0" flipV="0">
            <a:off x="838198" y="1738542"/>
            <a:ext cx="415222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Runtime: 20 seconds on RTX 3060 Ti</a:t>
            </a:r>
            <a:endParaRPr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plateau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 instead of going to 0</a:t>
            </a:r>
            <a:endParaRPr/>
          </a:p>
        </p:txBody>
      </p:sp>
      <p:pic>
        <p:nvPicPr>
          <p:cNvPr id="625684295" name=""/>
          <p:cNvPicPr>
            <a:picLocks noChangeAspect="1"/>
          </p:cNvPicPr>
          <p:nvPr/>
        </p:nvPicPr>
        <p:blipFill>
          <a:blip r:embed="rId4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43260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141458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0935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Old results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trajectory length 4</a:t>
            </a:r>
            <a:endParaRPr/>
          </a:p>
        </p:txBody>
      </p:sp>
      <p:sp>
        <p:nvSpPr>
          <p:cNvPr id="16171020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0821916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  <p:pic>
        <p:nvPicPr>
          <p:cNvPr id="18230166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194" y="1690687"/>
            <a:ext cx="12142063" cy="47953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865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Old results</a:t>
            </a:r>
            <a:r>
              <a:rPr lang="en-U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trajectory length 4</a:t>
            </a:r>
            <a:endParaRPr/>
          </a:p>
        </p:txBody>
      </p:sp>
      <p:sp>
        <p:nvSpPr>
          <p:cNvPr id="1137603629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0318004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43236192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  <p:pic>
        <p:nvPicPr>
          <p:cNvPr id="110596817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222646" y="1500796"/>
            <a:ext cx="5332132" cy="52572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354664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345226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98597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Architecture</a:t>
            </a:r>
            <a:endParaRPr/>
          </a:p>
        </p:txBody>
      </p:sp>
      <p:pic>
        <p:nvPicPr>
          <p:cNvPr id="8406788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8388" y="156739"/>
            <a:ext cx="4579318" cy="6544520"/>
          </a:xfrm>
          <a:prstGeom prst="rect">
            <a:avLst/>
          </a:prstGeom>
        </p:spPr>
      </p:pic>
      <p:sp>
        <p:nvSpPr>
          <p:cNvPr id="148271294" name=""/>
          <p:cNvSpPr txBox="1"/>
          <p:nvPr/>
        </p:nvSpPr>
        <p:spPr bwMode="auto">
          <a:xfrm flipH="0" flipV="0">
            <a:off x="838199" y="1738543"/>
            <a:ext cx="416554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Runtime: 30 seconds on RTX 3060 Ti</a:t>
            </a:r>
            <a:endParaRPr/>
          </a:p>
          <a:p>
            <a:pPr>
              <a:defRPr/>
            </a:pPr>
            <a:r>
              <a:rPr/>
              <a:t>Loss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plateau</a:t>
            </a:r>
            <a:r>
              <a:rPr/>
              <a:t>s instead of going to 0</a:t>
            </a:r>
            <a:endParaRPr/>
          </a:p>
        </p:txBody>
      </p:sp>
      <p:pic>
        <p:nvPicPr>
          <p:cNvPr id="841738419" name=""/>
          <p:cNvPicPr>
            <a:picLocks noChangeAspect="1"/>
          </p:cNvPicPr>
          <p:nvPr/>
        </p:nvPicPr>
        <p:blipFill>
          <a:blip r:embed="rId4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030715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601934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9189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Results, trajectory length 4</a:t>
            </a:r>
            <a:endParaRPr/>
          </a:p>
        </p:txBody>
      </p:sp>
      <p:sp>
        <p:nvSpPr>
          <p:cNvPr id="11375957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94597173" name=""/>
          <p:cNvPicPr>
            <a:picLocks noChangeAspect="1"/>
          </p:cNvPicPr>
          <p:nvPr/>
        </p:nvPicPr>
        <p:blipFill>
          <a:blip r:embed="rId3"/>
          <a:srcRect l="12959" t="33503" r="10837" b="31805"/>
          <a:stretch/>
        </p:blipFill>
        <p:spPr bwMode="auto">
          <a:xfrm flipH="0" flipV="0">
            <a:off x="47646" y="5954022"/>
            <a:ext cx="2605366" cy="889547"/>
          </a:xfrm>
          <a:prstGeom prst="rect">
            <a:avLst/>
          </a:prstGeom>
        </p:spPr>
      </p:pic>
      <p:pic>
        <p:nvPicPr>
          <p:cNvPr id="50911670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016" y="1460958"/>
            <a:ext cx="12185966" cy="50806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64651" name=""/>
          <p:cNvSpPr/>
          <p:nvPr/>
        </p:nvSpPr>
        <p:spPr bwMode="auto">
          <a:xfrm flipH="0" flipV="0">
            <a:off x="-14733" y="-3735"/>
            <a:ext cx="9484822" cy="737719"/>
          </a:xfrm>
          <a:prstGeom prst="flowChartProcess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937534" name=""/>
          <p:cNvSpPr/>
          <p:nvPr/>
        </p:nvSpPr>
        <p:spPr bwMode="auto">
          <a:xfrm flipH="0" flipV="0">
            <a:off x="2709042" y="6105849"/>
            <a:ext cx="9484822" cy="737719"/>
          </a:xfrm>
          <a:prstGeom prst="flowChartProcess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75000"/>
                </a:schemeClr>
              </a:gs>
            </a:gsLst>
            <a:lin ang="0" scaled="1"/>
          </a:gradFill>
          <a:ln w="12700" cap="flat" cmpd="sng" algn="ctr">
            <a:solidFill>
              <a:schemeClr val="tx1">
                <a:alpha val="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55099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Results, trajectory length 4</a:t>
            </a:r>
            <a:endParaRPr/>
          </a:p>
        </p:txBody>
      </p:sp>
      <p:pic>
        <p:nvPicPr>
          <p:cNvPr id="20536255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34705" y="1416260"/>
            <a:ext cx="5360146" cy="5286444"/>
          </a:xfrm>
          <a:prstGeom prst="rect">
            <a:avLst/>
          </a:prstGeom>
        </p:spPr>
      </p:pic>
      <p:pic>
        <p:nvPicPr>
          <p:cNvPr id="1831932081" name=""/>
          <p:cNvPicPr>
            <a:picLocks noChangeAspect="1"/>
          </p:cNvPicPr>
          <p:nvPr/>
        </p:nvPicPr>
        <p:blipFill>
          <a:blip r:embed="rId4"/>
          <a:srcRect l="12959" t="33503" r="10837" b="31805"/>
          <a:stretch/>
        </p:blipFill>
        <p:spPr bwMode="auto">
          <a:xfrm flipH="0" flipV="0">
            <a:off x="47646" y="5954023"/>
            <a:ext cx="2605367" cy="889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ONLYOFFICE/8.3.0.97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2025-02-26T18:53:11Z</dcterms:modified>
</cp:coreProperties>
</file>